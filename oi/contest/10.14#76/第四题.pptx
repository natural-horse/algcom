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C. </a:t>
            </a:r>
            <a:r>
              <a:rPr lang="zh-CN" altLang="en-US" dirty="0" smtClean="0"/>
              <a:t>矩阵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zh-CN" dirty="0" smtClean="0"/>
                  <a:t>求出满足以下条件的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的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01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矩阵个数：</a:t>
                </a:r>
                <a:endParaRPr lang="zh-CN" altLang="zh-CN" dirty="0"/>
              </a:p>
              <a:p>
                <a:pPr lvl="0"/>
                <a:r>
                  <a:rPr lang="en-US" altLang="zh-CN" dirty="0"/>
                  <a:t> </a:t>
                </a:r>
                <a:r>
                  <a:rPr lang="en-US" altLang="zh-CN" dirty="0" err="1"/>
                  <a:t>对于第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/>
                  <a:t> 行：</a:t>
                </a:r>
                <a:endParaRPr lang="zh-CN" altLang="zh-CN" dirty="0"/>
              </a:p>
              <a:p>
                <a:pPr lvl="1"/>
                <a:r>
                  <a:rPr lang="zh-CN" altLang="zh-CN" dirty="0"/>
                  <a:t>第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列有且仅有一个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zh-CN" dirty="0"/>
                  <a:t>；</a:t>
                </a:r>
                <a:endParaRPr lang="zh-CN" altLang="zh-CN" dirty="0"/>
              </a:p>
              <a:p>
                <a:pPr lvl="1"/>
                <a:r>
                  <a:rPr lang="zh-CN" altLang="zh-CN" dirty="0"/>
                  <a:t>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列有且仅有一个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zh-CN" dirty="0"/>
                  <a:t>；</a:t>
                </a:r>
                <a:endParaRPr lang="zh-CN" altLang="zh-CN" dirty="0"/>
              </a:p>
              <a:p>
                <a:pPr lvl="1"/>
                <a:r>
                  <a:rPr lang="en-US" altLang="zh-CN" dirty="0"/>
                  <a:t>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en-US" altLang="zh-CN" dirty="0" err="1"/>
                  <a:t>列全为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dirty="0"/>
                  <a:t>。</a:t>
                </a:r>
                <a:endParaRPr lang="zh-CN" altLang="zh-CN" dirty="0"/>
              </a:p>
              <a:p>
                <a:pPr lvl="0"/>
                <a:r>
                  <a:rPr lang="en-US" altLang="zh-CN" dirty="0"/>
                  <a:t> </a:t>
                </a:r>
                <a:r>
                  <a:rPr lang="en-US" altLang="zh-CN" dirty="0" err="1"/>
                  <a:t>对于第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dirty="0"/>
                  <a:t> 列：</a:t>
                </a:r>
                <a:endParaRPr lang="zh-CN" altLang="zh-CN" dirty="0"/>
              </a:p>
              <a:p>
                <a:pPr lvl="1"/>
                <a:r>
                  <a:rPr lang="zh-CN" altLang="en-US"/>
                  <a:t>至多</a:t>
                </a:r>
                <a:r>
                  <a:rPr lang="en-US" altLang="zh-CN" smtClean="0"/>
                  <a:t>有一个</a:t>
                </a:r>
                <a:r>
                  <a:rPr lang="en-US" altLang="zh-CN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dirty="0"/>
                  <a:t>。</a:t>
                </a:r>
                <a:endParaRPr lang="zh-CN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1500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5000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467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算法一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搜索。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时间复杂度 </a:t>
                </a:r>
                <a:r>
                  <a:rPr lang="en-US" altLang="zh-CN" dirty="0" smtClean="0"/>
                  <a:t>? </a:t>
                </a:r>
                <a:endParaRPr lang="en-US" altLang="zh-CN" dirty="0" smtClean="0"/>
              </a:p>
              <a:p>
                <a:r>
                  <a:rPr lang="zh-CN" altLang="en-US" strike="sngStrike" dirty="0" smtClean="0"/>
                  <a:t>我也不知道。</a:t>
                </a:r>
                <a:endParaRPr lang="en-US" altLang="zh-CN" strike="sngStrike" dirty="0" smtClean="0"/>
              </a:p>
              <a:p>
                <a:r>
                  <a:rPr lang="zh-CN" altLang="en-US" dirty="0" smtClean="0"/>
                  <a:t>各类暴力可以获得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的分数。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有没有选手上台分享一下自己的做法呀 </a:t>
                </a:r>
                <a:r>
                  <a:rPr lang="en-US" altLang="zh-CN" dirty="0" smtClean="0"/>
                  <a:t>?  </a:t>
                </a:r>
                <a:endParaRPr lang="en-US" altLang="zh-CN" dirty="0" smtClean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467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算法二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考虑到每一列只能填一个数，并且我们可以将每一行的限制拆成前缀和后缀两个，这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 smtClean="0"/>
                  <a:t> 个限制是互不影响的，</a:t>
                </a:r>
                <a:r>
                  <a:rPr lang="zh-CN" altLang="en-US" dirty="0"/>
                  <a:t>每一列只能满足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个限制中的一</a:t>
                </a:r>
                <a:r>
                  <a:rPr lang="zh-CN" altLang="en-US" dirty="0" smtClean="0"/>
                  <a:t>个。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因此考虑以列划分状态来 </a:t>
                </a:r>
                <a:r>
                  <a:rPr lang="en-US" altLang="zh-CN" dirty="0" smtClean="0"/>
                  <a:t>DP</a:t>
                </a:r>
                <a:r>
                  <a:rPr lang="zh-CN" altLang="en-US" dirty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我们记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𝑝𝑟𝑒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 smtClean="0"/>
                  <a:t> 表示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dirty="0" smtClean="0"/>
                  <a:t> 的行有多少个，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𝑝𝑟𝑒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 smtClean="0"/>
                  <a:t> 表示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dirty="0" smtClean="0"/>
                  <a:t>  的行有多少个。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设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 smtClean="0"/>
                  <a:t> 表示考虑前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 smtClean="0"/>
                  <a:t> 列，并且确认了其中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 smtClean="0"/>
                  <a:t> 列用于满足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CN" altLang="en-US" dirty="0" smtClean="0"/>
                  <a:t> 的后缀限制，确定了另外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𝑝𝑟𝑒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 smtClean="0"/>
                  <a:t> 列用于满足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CN" altLang="en-US" dirty="0" smtClean="0"/>
                  <a:t> 的前缀限制的方案数。</a:t>
                </a:r>
                <a:endParaRPr lang="en-US" altLang="zh-CN" dirty="0" smtClean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467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算法二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转移只需要讨论这一列是否用于满足后缀限制即可，即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×(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𝑝𝑟𝑒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 smtClean="0"/>
              </a:p>
              <a:p>
                <a:r>
                  <a:rPr lang="zh-CN" altLang="en-US" dirty="0" smtClean="0"/>
                  <a:t>然后还要考虑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的前缀限制插入到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 smtClean="0"/>
                  <a:t> 列的方案数：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𝑝𝑟𝑒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𝑝𝑟𝑒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altLang="zh-CN" b="0" dirty="0" smtClean="0"/>
              </a:p>
              <a:p>
                <a:r>
                  <a:rPr lang="zh-CN" altLang="en-US" dirty="0" smtClean="0"/>
                  <a:t>时间复杂度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 smtClean="0"/>
                  <a:t>。</a:t>
                </a:r>
                <a:endParaRPr lang="en-US" altLang="zh-CN" dirty="0" smtClean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467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673</Words>
  <Application>WPS 演示</Application>
  <PresentationFormat>宽屏</PresentationFormat>
  <Paragraphs>34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Arial Unicode MS</vt:lpstr>
      <vt:lpstr>Cambria Math</vt:lpstr>
      <vt:lpstr>Calibri</vt:lpstr>
      <vt:lpstr>微软雅黑</vt:lpstr>
      <vt:lpstr>Office 主题</vt:lpstr>
      <vt:lpstr>C. 矩阵</vt:lpstr>
      <vt:lpstr>算法一</vt:lpstr>
      <vt:lpstr>算法二</vt:lpstr>
      <vt:lpstr>算法二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吕红波</cp:lastModifiedBy>
  <cp:revision>2</cp:revision>
  <dcterms:created xsi:type="dcterms:W3CDTF">2021-10-13T01:22:48Z</dcterms:created>
  <dcterms:modified xsi:type="dcterms:W3CDTF">2021-10-13T01:23:02Z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46462C25F85C4956912F217B8FFB85B3</vt:lpwstr>
  </property>
  <property fmtid="{D5CDD505-2E9C-101B-9397-08002B2CF9AE}" pid="3" name="KSOProductBuildVer">
    <vt:lpwstr>2052-11.1.0.10938</vt:lpwstr>
  </property>
</Properties>
</file>