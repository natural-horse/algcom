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2FB0C-613E-4743-985C-FF0726C34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157A6E-1543-436B-830F-021E377A4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2DB08-5824-47A4-B14D-9836BA23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AAAD04-73B7-485A-B016-CAD90AD4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7045BC-6EB7-4936-83BC-3AEA5C5A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96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197D1-1CE3-4BB1-A857-F62B8824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2FBF4-63F6-4927-A025-BA39354BE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4FA93-A7A4-4D33-A70C-0A071042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15A82-1B40-447A-9DE2-68E2096A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37109A-1B4E-42B8-ADCE-75E9717A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97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69BB8-B6D8-41B6-9020-063E06D8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11A0B6-0583-4BA3-A438-84FD8D85D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5B1E3-57A3-4996-8242-AB9E3F28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0A2C52-BAD4-4501-B6A8-81DC7CCA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0F1750-082C-419A-8D1B-5CAC0624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24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FB676-BF3B-4319-A048-F7E50984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89020-D067-48F0-AFE3-BB0D46078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240750-357D-46AF-A674-841215C88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87C591-337B-4962-A423-20F2FBFA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78DC3-F1B8-4174-B805-8203037F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E31D73-21B9-476D-A97B-55FEA7F1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08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B2D84-C7FF-4050-921A-22F46CB91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692EA-6543-4C93-9E32-B9C223F86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42F642-923A-4050-835E-0780F6A56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4607F8-A787-4B84-961E-FF3845C6F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38027E-33ED-4C5E-B3BC-4300E1F78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FFDA15-F148-4561-A3B2-D6303F56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EE6FBB-BA31-47AC-B90F-24956917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4D2FAA-68E8-4E35-9949-2C84EE21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88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DC206-8901-4155-BDF8-F01A0DB6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FE6CB9-4559-4C19-9782-EC1727277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7557FB-47D8-442C-AC93-D1B94459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2A3055-16BA-427D-B262-2D0B7700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84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9B7F58-488B-4CB3-8085-BBF80B4A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C0E5C5-2A77-4119-A9FE-ABD29E67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2AB0B7-CA2C-4C8C-B03C-E32FD9198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71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17A6D-E7A9-498C-A986-79C5008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83A63-CC8D-4D0F-AEDF-BEF34C2D2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2B38C1-E697-4820-AE7C-94BA3AC3E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10DC2-26A4-4A58-831B-ED2A2FCD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566BAF-DA93-4FE9-BB88-C4117201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C76D10-5823-4A13-8D5B-4F241513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301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DD133-2318-44A6-A104-11FC0098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0737C6-0726-43F8-874D-D5FE41F21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259BBB-7161-44DA-8E1B-BC7C802FB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7F645B-AFD4-4512-8367-2EB6F27F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03EC5-3786-43EA-B215-F0C7A8E5A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A3B0C5-C7CD-4C5C-BE24-B73368FC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78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8046C-D06C-4AF3-90D4-BE67954C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F35FEA-3541-45EF-8A09-F6E71C3CA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5F188A-563F-42D9-909B-353CBBC7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63B6D-6549-4A9C-861F-BF9E37F2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31E52-A34D-4852-B420-160EC38B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36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83AB3A-5ED5-43DB-AD77-307E52A20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06D776-AF79-4143-9351-6D0AC6D2D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C89EAB-6418-459B-959C-3E9A3F69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DB7E7F-A2A8-454C-A547-449A8EB2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B0513F-9A2F-4A24-BE35-C490E7B5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09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0123B7-32BB-499A-A01C-06BBAA6B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10E033-0461-41B8-A9F7-D00D214CF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BAFC62-2F3F-4912-9010-1136D7C8F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1276E-75CB-4BF1-95C7-19708114A3B3}" type="datetimeFigureOut">
              <a:rPr lang="zh-CN" altLang="en-US" smtClean="0"/>
              <a:t>2020/8/9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F3AB7-1D25-4277-A305-3222D7DF1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AD038-2248-4EA0-8601-E2CE6C585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F4C04-F8ED-4F68-A98F-E7CA16EA8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19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8240E-1CD7-4773-81B7-6FE8A2EB2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D8BBCD-ED27-4E6A-86BC-9B7F63E0C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32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FB728-795F-4687-ACC2-7ADF8325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7E055-3BEB-4116-9221-F4C106781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本场题目较</a:t>
            </a:r>
            <a:r>
              <a:rPr lang="en-US" altLang="zh-CN" dirty="0"/>
              <a:t>simple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T1</a:t>
            </a:r>
            <a:r>
              <a:rPr lang="zh-CN" altLang="en-US" dirty="0"/>
              <a:t>：简单数论，送分题。</a:t>
            </a:r>
            <a:endParaRPr lang="en-US" altLang="zh-CN" dirty="0"/>
          </a:p>
          <a:p>
            <a:r>
              <a:rPr lang="en-US" altLang="zh-CN" dirty="0"/>
              <a:t>T2</a:t>
            </a:r>
            <a:r>
              <a:rPr lang="zh-CN" altLang="en-US" dirty="0"/>
              <a:t>：简单数据结构，送分题。</a:t>
            </a:r>
            <a:endParaRPr lang="en-US" altLang="zh-CN" dirty="0"/>
          </a:p>
          <a:p>
            <a:r>
              <a:rPr lang="en-US" altLang="zh-CN" dirty="0"/>
              <a:t>T3</a:t>
            </a:r>
            <a:r>
              <a:rPr lang="zh-CN" altLang="en-US" dirty="0"/>
              <a:t>：简单</a:t>
            </a:r>
            <a:r>
              <a:rPr lang="en-US" altLang="zh-CN" dirty="0" err="1"/>
              <a:t>dp</a:t>
            </a:r>
            <a:r>
              <a:rPr lang="en-US" altLang="zh-CN" dirty="0"/>
              <a:t>+</a:t>
            </a:r>
            <a:r>
              <a:rPr lang="zh-CN" altLang="en-US" dirty="0"/>
              <a:t>经典结论，送分题。</a:t>
            </a:r>
            <a:endParaRPr lang="en-US" altLang="zh-CN" dirty="0"/>
          </a:p>
          <a:p>
            <a:r>
              <a:rPr lang="zh-CN" altLang="en-US" dirty="0"/>
              <a:t>预期得分：</a:t>
            </a:r>
            <a:r>
              <a:rPr lang="en-US" altLang="zh-CN" dirty="0"/>
              <a:t>100+100+100=300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最低得分：</a:t>
            </a:r>
            <a:r>
              <a:rPr lang="en-US" altLang="zh-CN" dirty="0"/>
              <a:t>60+60+70=190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正常得分：</a:t>
            </a:r>
            <a:r>
              <a:rPr lang="en-US" altLang="zh-CN" dirty="0"/>
              <a:t>100+80+70=250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56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34243-32A1-4437-B6AC-5DA44A51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如何优雅的送分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B7D921-0F47-4339-AEC4-3F06971C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如题名。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7D60B8-C3D4-4ED7-B3D2-FEFA4E9AB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10" y="3154034"/>
            <a:ext cx="8705786" cy="75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8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30423-F2D2-47D6-B47D-CE267FEC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01B9C8-A7EB-49CF-867B-72C194874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10611283" cy="4802187"/>
          </a:xfrm>
        </p:spPr>
      </p:pic>
    </p:spTree>
    <p:extLst>
      <p:ext uri="{BB962C8B-B14F-4D97-AF65-F5344CB8AC3E}">
        <p14:creationId xmlns:p14="http://schemas.microsoft.com/office/powerpoint/2010/main" val="175486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5759F-8DCD-46BE-B352-4EC08DE4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1169182-5E1A-482F-8857-B4DE5EEBD3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000" y="334543"/>
            <a:ext cx="8636000" cy="6523457"/>
          </a:xfrm>
        </p:spPr>
      </p:pic>
    </p:spTree>
    <p:extLst>
      <p:ext uri="{BB962C8B-B14F-4D97-AF65-F5344CB8AC3E}">
        <p14:creationId xmlns:p14="http://schemas.microsoft.com/office/powerpoint/2010/main" val="377280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47B04-57D4-4C62-8B19-7D562FC1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阴阳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9670C-5212-413F-A4F2-347CE633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给一棵树，支持颜色翻转</a:t>
            </a:r>
            <a:r>
              <a:rPr lang="en-US" altLang="zh-CN" dirty="0"/>
              <a:t>/</a:t>
            </a:r>
            <a:r>
              <a:rPr lang="zh-CN" altLang="en-US" dirty="0"/>
              <a:t>查询最近黑点</a:t>
            </a:r>
            <a:r>
              <a:rPr lang="en-US" altLang="zh-CN" dirty="0"/>
              <a:t>/</a:t>
            </a:r>
            <a:r>
              <a:rPr lang="zh-CN" altLang="en-US" dirty="0"/>
              <a:t>可持久化。</a:t>
            </a:r>
          </a:p>
        </p:txBody>
      </p:sp>
    </p:spTree>
    <p:extLst>
      <p:ext uri="{BB962C8B-B14F-4D97-AF65-F5344CB8AC3E}">
        <p14:creationId xmlns:p14="http://schemas.microsoft.com/office/powerpoint/2010/main" val="197353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E9CDA-836E-4AB1-9587-E86431A7D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CE2B96-59C1-4C62-88E0-911418190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只有前两个操作是经典点分，然后直接可持久化即可（可持久化点分树与堆的标号关系即可），也可以三度化后直接可持久化点分树。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关于部分分：不强制在线等价于不可持久化。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送分题。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359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A6B50-9DA6-4A29-B154-7720D366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你猜是不是找规律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9FE7B-11B5-43EC-909B-74ED39146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Day1</a:t>
            </a:r>
            <a:r>
              <a:rPr lang="zh-CN" altLang="en-US" dirty="0"/>
              <a:t>出的</a:t>
            </a:r>
            <a:r>
              <a:rPr lang="en-US" altLang="zh-CN" dirty="0"/>
              <a:t>T3</a:t>
            </a:r>
            <a:r>
              <a:rPr lang="zh-CN" altLang="en-US" dirty="0"/>
              <a:t>被人找规律拿了若干分，怨念之下弄了这么一个题。</a:t>
            </a:r>
            <a:endParaRPr lang="en-US" altLang="zh-CN" dirty="0"/>
          </a:p>
          <a:p>
            <a:r>
              <a:rPr lang="zh-CN" altLang="en-US" dirty="0"/>
              <a:t>题意：从</a:t>
            </a:r>
            <a:r>
              <a:rPr lang="en-US" altLang="zh-CN" dirty="0"/>
              <a:t>1,2,3,…,n</a:t>
            </a:r>
            <a:r>
              <a:rPr lang="zh-CN" altLang="en-US" dirty="0"/>
              <a:t>开始交换</a:t>
            </a:r>
            <a:r>
              <a:rPr lang="en-US" altLang="zh-CN" dirty="0"/>
              <a:t>k</a:t>
            </a:r>
            <a:r>
              <a:rPr lang="zh-CN" altLang="en-US" dirty="0"/>
              <a:t>次，能得到多少本质不同的排列。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6735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9FE33-1D03-4167-9B2F-669EECF4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5355E7-DE58-4B0C-B476-1A53C97A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显然弄一个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n,k</a:t>
            </a:r>
            <a:r>
              <a:rPr lang="en-US" altLang="zh-CN" dirty="0"/>
              <a:t>]</a:t>
            </a:r>
            <a:r>
              <a:rPr lang="zh-CN" altLang="en-US" dirty="0"/>
              <a:t>表示</a:t>
            </a:r>
            <a:r>
              <a:rPr lang="en-US" altLang="zh-CN" dirty="0"/>
              <a:t>n</a:t>
            </a:r>
            <a:r>
              <a:rPr lang="zh-CN" altLang="en-US" dirty="0"/>
              <a:t>个数交换</a:t>
            </a:r>
            <a:r>
              <a:rPr lang="en-US" altLang="zh-CN" dirty="0"/>
              <a:t>k</a:t>
            </a:r>
            <a:r>
              <a:rPr lang="zh-CN" altLang="en-US" dirty="0"/>
              <a:t>次的答案，那么要么交换后</a:t>
            </a:r>
            <a:r>
              <a:rPr lang="en-US" altLang="zh-CN" dirty="0"/>
              <a:t>a[n]=n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不参与换），要么</a:t>
            </a:r>
            <a:r>
              <a:rPr lang="en-US" altLang="zh-CN" dirty="0"/>
              <a:t>a[p]=n</a:t>
            </a:r>
            <a:r>
              <a:rPr lang="zh-CN" altLang="en-US" dirty="0"/>
              <a:t>（</a:t>
            </a:r>
            <a:r>
              <a:rPr lang="en-US" altLang="zh-CN" dirty="0"/>
              <a:t>p&lt;n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最后换了一次），所以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n,k</a:t>
            </a:r>
            <a:r>
              <a:rPr lang="en-US" altLang="zh-CN" dirty="0"/>
              <a:t>]=</a:t>
            </a:r>
            <a:r>
              <a:rPr lang="en-US" altLang="zh-CN" dirty="0" err="1"/>
              <a:t>dp</a:t>
            </a:r>
            <a:r>
              <a:rPr lang="en-US" altLang="zh-CN" dirty="0"/>
              <a:t>[n-1,k]+(n-1)</a:t>
            </a:r>
            <a:r>
              <a:rPr lang="en-US" altLang="zh-CN" dirty="0" err="1"/>
              <a:t>dp</a:t>
            </a:r>
            <a:r>
              <a:rPr lang="en-US" altLang="zh-CN" dirty="0"/>
              <a:t>[n-1,k-1]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显然当</a:t>
            </a:r>
            <a:r>
              <a:rPr lang="en-US" altLang="zh-CN" dirty="0"/>
              <a:t>k</a:t>
            </a:r>
            <a:r>
              <a:rPr lang="zh-CN" altLang="en-US" dirty="0"/>
              <a:t>一定的时候，可以归纳发现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n,k</a:t>
            </a:r>
            <a:r>
              <a:rPr lang="en-US" altLang="zh-CN" dirty="0"/>
              <a:t>]</a:t>
            </a:r>
            <a:r>
              <a:rPr lang="zh-CN" altLang="en-US" dirty="0"/>
              <a:t>是关于</a:t>
            </a:r>
            <a:r>
              <a:rPr lang="en-US" altLang="zh-CN" dirty="0"/>
              <a:t>n</a:t>
            </a:r>
            <a:r>
              <a:rPr lang="zh-CN" altLang="en-US" dirty="0"/>
              <a:t>的</a:t>
            </a:r>
            <a:r>
              <a:rPr lang="en-US" altLang="zh-CN" dirty="0"/>
              <a:t>2k-1</a:t>
            </a:r>
            <a:r>
              <a:rPr lang="zh-CN" altLang="en-US" dirty="0"/>
              <a:t>次多项式，求前缀和即答案是关于</a:t>
            </a:r>
            <a:r>
              <a:rPr lang="en-US" altLang="zh-CN" dirty="0"/>
              <a:t>n</a:t>
            </a:r>
            <a:r>
              <a:rPr lang="zh-CN" altLang="en-US" dirty="0"/>
              <a:t>的</a:t>
            </a:r>
            <a:r>
              <a:rPr lang="en-US" altLang="zh-CN" dirty="0"/>
              <a:t>2k</a:t>
            </a:r>
            <a:r>
              <a:rPr lang="zh-CN" altLang="en-US" dirty="0"/>
              <a:t>次多项式，拉格朗日插值即可。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439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299</Words>
  <Application>Microsoft Office PowerPoint</Application>
  <PresentationFormat>宽屏</PresentationFormat>
  <Paragraphs>22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solution</vt:lpstr>
      <vt:lpstr>PowerPoint 演示文稿</vt:lpstr>
      <vt:lpstr>《如何优雅的送分》</vt:lpstr>
      <vt:lpstr>PowerPoint 演示文稿</vt:lpstr>
      <vt:lpstr>PowerPoint 演示文稿</vt:lpstr>
      <vt:lpstr>《阴阳》</vt:lpstr>
      <vt:lpstr>PowerPoint 演示文稿</vt:lpstr>
      <vt:lpstr>《你猜是不是找规律》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</dc:title>
  <dc:creator>chi kevin</dc:creator>
  <cp:lastModifiedBy>chi kevin</cp:lastModifiedBy>
  <cp:revision>36</cp:revision>
  <dcterms:created xsi:type="dcterms:W3CDTF">2020-08-09T08:07:31Z</dcterms:created>
  <dcterms:modified xsi:type="dcterms:W3CDTF">2020-08-09T08:19:33Z</dcterms:modified>
</cp:coreProperties>
</file>